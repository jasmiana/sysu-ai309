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Multi-Agent SVG Generation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基于多智能体的自然语言到 SVG 信息图生成系统</a:t>
            </a:r>
          </a:p>
          <a:p/>
          <a:p>
            <a:r>
              <a:t>Phase 3: 知识增强 + 渲染验证 + 反馈闭环</a:t>
            </a:r>
          </a:p>
          <a:p>
            <a:r>
              <a:t>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Sample: sample1_llm_principles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Prompt: 大语言模型的基本原理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5568"/>
                </a:solidFill>
              </a:defRPr>
            </a:pPr>
            <a:r>
              <a:t>Intent: concept_explanation | Chart: concept_map | Confidence: 0.9</a:t>
            </a:r>
            <a:br/>
            <a:r>
              <a:t>Score: 9 | Passed: True | Rounds: 1 | Duration: 327s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4300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Sample: sample2_word_embedding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Prompt: 词向量：让计算机理解词语的意义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5568"/>
                </a:solidFill>
              </a:defRPr>
            </a:pPr>
            <a:r>
              <a:t>Intent: concept_explanation | Chart: concept_map | Confidence: 0.95</a:t>
            </a:r>
            <a:br/>
            <a:r>
              <a:t>Score: 9 | Passed: True | Rounds: 1 | Duration: 296s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4300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Sample: sample3_sysu_history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Prompt: 中山大学发展历程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5568"/>
                </a:solidFill>
              </a:defRPr>
            </a:pPr>
            <a:r>
              <a:t>Intent: timeline | Chart: timeline | Confidence: 0.95</a:t>
            </a:r>
            <a:br/>
            <a:r>
              <a:t>Score: 9.2 | Passed: True | Rounds: 1 | Duration: 327s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4300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Sample: sample4_coffee_chain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Prompt: 从咖啡豆到一杯咖啡的完整生产链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5568"/>
                </a:solidFill>
              </a:defRPr>
            </a:pPr>
            <a:r>
              <a:t>Intent: process_flow | Chart: process_diagram | Confidence: 0.98</a:t>
            </a:r>
            <a:br/>
            <a:r>
              <a:t>Score: 9 | Passed: True | Rounds: 1 | Duration: 268s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4300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Sample: sample5_video_comparison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Prompt: YouTube vs TikTok vs Kuaishou: Video Count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5568"/>
                </a:solidFill>
              </a:defRPr>
            </a:pPr>
            <a:r>
              <a:t>Intent: data_comparison | Chart: bar_chart | Confidence: 0.95</a:t>
            </a:r>
            <a:br/>
            <a:r>
              <a:t>Score: 9 | Passed: True | Rounds: 1 | Duration: 187s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4300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Sample: test_sample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Prompt: test_sample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5568"/>
                </a:solidFill>
              </a:defRPr>
            </a:pPr>
            <a:r>
              <a:t>Intent: ? | Chart: ? | Confidence: ?</a:t>
            </a:r>
            <a:br/>
            <a:r>
              <a:t>Score: ? | Passed: False | Rounds: 0 | Duration: 0s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4300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t>Generation Summary</a:t>
            </a:r>
          </a:p>
          <a:p>
            <a:pPr algn="ctr">
              <a:defRPr sz="1600"/>
            </a:pPr>
            <a:r>
              <a:t>sample1_llm_principles: 9/10 [PASS] — concept_explanation</a:t>
            </a:r>
          </a:p>
          <a:p>
            <a:pPr algn="ctr">
              <a:defRPr sz="1600"/>
            </a:pPr>
            <a:r>
              <a:t>sample2_word_embedding: 9/10 [PASS] — concept_explanation</a:t>
            </a:r>
          </a:p>
          <a:p>
            <a:pPr algn="ctr">
              <a:defRPr sz="1600"/>
            </a:pPr>
            <a:r>
              <a:t>sample3_sysu_history: 9.2/10 [PASS] — timeline</a:t>
            </a:r>
          </a:p>
          <a:p>
            <a:pPr algn="ctr">
              <a:defRPr sz="1600"/>
            </a:pPr>
            <a:r>
              <a:t>sample4_coffee_chain: 9/10 [PASS] — process_flow</a:t>
            </a:r>
          </a:p>
          <a:p>
            <a:pPr algn="ctr">
              <a:defRPr sz="1600"/>
            </a:pPr>
            <a:r>
              <a:t>sample5_video_comparison: 9/10 [PASS] — data_comparison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